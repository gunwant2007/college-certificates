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7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6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1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0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2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25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3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0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99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8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4BE61-2EA9-401D-9D23-76B6C59E1A6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B9520-EAD1-42BC-8377-63B63CF1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61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6264"/>
            <a:ext cx="12192000" cy="344095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27216"/>
            <a:ext cx="12192000" cy="36010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23" y="414068"/>
            <a:ext cx="10058400" cy="68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5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17" y="1"/>
            <a:ext cx="12088483" cy="169068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440" y="547718"/>
            <a:ext cx="9434184" cy="6310282"/>
          </a:xfrm>
        </p:spPr>
      </p:pic>
    </p:spTree>
    <p:extLst>
      <p:ext uri="{BB962C8B-B14F-4D97-AF65-F5344CB8AC3E}">
        <p14:creationId xmlns:p14="http://schemas.microsoft.com/office/powerpoint/2010/main" val="4153427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2026-03-19T12:33:07Z</dcterms:created>
  <dcterms:modified xsi:type="dcterms:W3CDTF">2026-03-19T12:33:27Z</dcterms:modified>
</cp:coreProperties>
</file>